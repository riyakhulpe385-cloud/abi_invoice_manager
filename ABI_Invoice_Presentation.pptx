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3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08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D4F53C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7C6FCD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502920"/>
            <a:ext cx="1280160" cy="548640"/>
          </a:xfrm>
          <a:prstGeom prst="rect">
            <a:avLst/>
          </a:prstGeom>
          <a:solidFill>
            <a:srgbClr val="D4F53C"/>
          </a:solidFill>
          <a:ln/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502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07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199" y="1197864"/>
            <a:ext cx="8303741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D4F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Invoice Manager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8912" y="251002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for professional GST invoice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customer management &amp; cloud deployment.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1572768" cy="310896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21408" y="3611880"/>
            <a:ext cx="1572768" cy="310896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36118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85616" y="3611880"/>
            <a:ext cx="1572768" cy="310896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36118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9824" y="3611880"/>
            <a:ext cx="1572768" cy="310896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36118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Cloud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14032" y="3611880"/>
            <a:ext cx="1572768" cy="310896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36118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5943600" cy="804672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14800"/>
            <a:ext cx="5943600" cy="54864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Aahil</a:t>
            </a:r>
            <a:r>
              <a:rPr lang="en-US" sz="19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·   Purva   ·   Riya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629400" y="1188720"/>
            <a:ext cx="2331720" cy="292608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1188720"/>
            <a:ext cx="2331720" cy="274320"/>
          </a:xfrm>
          <a:prstGeom prst="rect">
            <a:avLst/>
          </a:prstGeom>
          <a:solidFill>
            <a:srgbClr val="16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6693408" y="12070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3408" y="15361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F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@login_required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93408" y="17327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index():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93408" y="19293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07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render_template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93408" y="21259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07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("index.html")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93408" y="2322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3408" y="25191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F5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@app.route('/pdf')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93408" y="27157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0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generate_pdf(id):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93408" y="29123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GST Tax Invoice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93408" y="3108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07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= canvas.Canvas()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3408" y="33055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07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send_file(buf)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D4F53C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&amp; Solution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we build this? What does it replace?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3931920" cy="2926080"/>
          </a:xfrm>
          <a:prstGeom prst="rect">
            <a:avLst/>
          </a:prstGeom>
          <a:solidFill>
            <a:srgbClr val="0F0F1C"/>
          </a:solidFill>
          <a:ln w="12700">
            <a:solidFill>
              <a:srgbClr val="FF3D5F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01952"/>
            <a:ext cx="3931920" cy="54864"/>
          </a:xfrm>
          <a:prstGeom prst="rect">
            <a:avLst/>
          </a:prstGeom>
          <a:solidFill>
            <a:srgbClr val="FF3D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93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3D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Excel Invoices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2798064"/>
            <a:ext cx="128016" cy="128016"/>
          </a:xfrm>
          <a:prstGeom prst="ellipse">
            <a:avLst/>
          </a:prstGeom>
          <a:solidFill>
            <a:srgbClr val="FF3D5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70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typing every customer detail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108960"/>
            <a:ext cx="128016" cy="128016"/>
          </a:xfrm>
          <a:prstGeom prst="ellipse">
            <a:avLst/>
          </a:prstGeom>
          <a:solidFill>
            <a:srgbClr val="FF3D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81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from old invoices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419856"/>
            <a:ext cx="128016" cy="128016"/>
          </a:xfrm>
          <a:prstGeom prst="ellipse">
            <a:avLst/>
          </a:prstGeom>
          <a:solidFill>
            <a:srgbClr val="FF3D5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92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tax calculation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3730752"/>
            <a:ext cx="128016" cy="128016"/>
          </a:xfrm>
          <a:prstGeom prst="ellipse">
            <a:avLst/>
          </a:prstGeom>
          <a:solidFill>
            <a:srgbClr val="FF3D5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make errors in amounts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4041648"/>
            <a:ext cx="128016" cy="128016"/>
          </a:xfrm>
          <a:prstGeom prst="ellipse">
            <a:avLst/>
          </a:prstGeom>
          <a:solidFill>
            <a:srgbClr val="FF3D5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14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saved locally — lost if PC fails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4352544"/>
            <a:ext cx="128016" cy="128016"/>
          </a:xfrm>
          <a:prstGeom prst="ellipse">
            <a:avLst/>
          </a:prstGeom>
          <a:solidFill>
            <a:srgbClr val="FF3D5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25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track paid vs unpaid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309067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F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46320" y="1901952"/>
            <a:ext cx="3931920" cy="2926080"/>
          </a:xfrm>
          <a:prstGeom prst="rect">
            <a:avLst/>
          </a:prstGeom>
          <a:solidFill>
            <a:srgbClr val="0F0F1C"/>
          </a:solidFill>
          <a:ln w="12700">
            <a:solidFill>
              <a:srgbClr val="D4F53C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901952"/>
            <a:ext cx="3931920" cy="54864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993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F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4632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 Invoice Manager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10912" y="2798064"/>
            <a:ext cx="128016" cy="128016"/>
          </a:xfrm>
          <a:prstGeom prst="ellipse">
            <a:avLst/>
          </a:prstGeom>
          <a:solidFill>
            <a:srgbClr val="D4F53C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7706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database — one click to fill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10912" y="3108960"/>
            <a:ext cx="128016" cy="128016"/>
          </a:xfrm>
          <a:prstGeom prst="ellipse">
            <a:avLst/>
          </a:prstGeom>
          <a:solidFill>
            <a:srgbClr val="D4F53C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081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Auto-numbered sequential invoices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10912" y="3419856"/>
            <a:ext cx="128016" cy="128016"/>
          </a:xfrm>
          <a:prstGeom prst="ellipse">
            <a:avLst/>
          </a:prstGeom>
          <a:solidFill>
            <a:srgbClr val="D4F53C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392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calculated instantly (IGST/CGST)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10912" y="3730752"/>
            <a:ext cx="128016" cy="128016"/>
          </a:xfrm>
          <a:prstGeom prst="ellipse">
            <a:avLst/>
          </a:prstGeom>
          <a:solidFill>
            <a:srgbClr val="D4F53C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3703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errors — all amounts computed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10912" y="4041648"/>
            <a:ext cx="128016" cy="128016"/>
          </a:xfrm>
          <a:prstGeom prst="ellipse">
            <a:avLst/>
          </a:prstGeom>
          <a:solidFill>
            <a:srgbClr val="D4F53C"/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4014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stored — safe forever on Railway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10912" y="4352544"/>
            <a:ext cx="128016" cy="128016"/>
          </a:xfrm>
          <a:prstGeom prst="ellipse">
            <a:avLst/>
          </a:prstGeom>
          <a:solidFill>
            <a:srgbClr val="D4F53C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325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Unpaid / Overdue status tracking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used and the reason it was chosen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4187952" cy="91440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01952"/>
            <a:ext cx="73152" cy="914400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75104"/>
            <a:ext cx="1005840" cy="219456"/>
          </a:xfrm>
          <a:prstGeom prst="rect">
            <a:avLst/>
          </a:prstGeom>
          <a:solidFill>
            <a:srgbClr val="D4F53C">
              <a:alpha val="2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751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F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231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+ Flask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session auth, REST API, database operations. Lightweight and perfect for this scale.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28032" y="1901952"/>
            <a:ext cx="4187952" cy="91440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1901952"/>
            <a:ext cx="73152" cy="914400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10912" y="1975104"/>
            <a:ext cx="1005840" cy="219456"/>
          </a:xfrm>
          <a:prstGeom prst="rect">
            <a:avLst/>
          </a:prstGeom>
          <a:solidFill>
            <a:srgbClr val="22C97B">
              <a:alpha val="2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9751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Engine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10912" y="2231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ReportLab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10912" y="2514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entire GST invoice PDF — company header, tables, tax rows, amount in words.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53512"/>
            <a:ext cx="4187952" cy="91440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53512"/>
            <a:ext cx="73152" cy="914400"/>
          </a:xfrm>
          <a:prstGeom prst="rect">
            <a:avLst/>
          </a:prstGeom>
          <a:solidFill>
            <a:srgbClr val="7C6FC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026664"/>
            <a:ext cx="1005840" cy="219456"/>
          </a:xfrm>
          <a:prstGeom prst="rect">
            <a:avLst/>
          </a:prstGeom>
          <a:solidFill>
            <a:srgbClr val="7C6FCD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266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3282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invoices and customers persistently on Railway's volume. Zero setup required.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28032" y="2953512"/>
            <a:ext cx="4187952" cy="91440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2953512"/>
            <a:ext cx="73152" cy="9144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7" name="Shape 25"/>
          <p:cNvSpPr/>
          <p:nvPr/>
        </p:nvSpPr>
        <p:spPr>
          <a:xfrm>
            <a:off x="5010912" y="3026664"/>
            <a:ext cx="1005840" cy="219456"/>
          </a:xfrm>
          <a:prstGeom prst="rect">
            <a:avLst/>
          </a:prstGeom>
          <a:solidFill>
            <a:srgbClr val="FF8C42">
              <a:alpha val="2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10912" y="30266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10912" y="3282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HTML/CSS/JS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10912" y="35661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glassmorphism UI, fully responsive. Works on mobile and desktop browsers.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005072"/>
            <a:ext cx="4187952" cy="91440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005072"/>
            <a:ext cx="73152" cy="914400"/>
          </a:xfrm>
          <a:prstGeom prst="rect">
            <a:avLst/>
          </a:prstGeom>
          <a:solidFill>
            <a:srgbClr val="FF3D5F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4078224"/>
            <a:ext cx="1005840" cy="219456"/>
          </a:xfrm>
          <a:prstGeom prst="rect">
            <a:avLst/>
          </a:prstGeom>
          <a:solidFill>
            <a:srgbClr val="FF3D5F">
              <a:alpha val="2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078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3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0080" y="4334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Railway.app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4617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cloud platform - auto-deploys from GitHub. Keeps the app live 24/7 independently.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4005072"/>
            <a:ext cx="4187952" cy="91440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28032" y="4005072"/>
            <a:ext cx="73152" cy="914400"/>
          </a:xfrm>
          <a:prstGeom prst="rect">
            <a:avLst/>
          </a:prstGeom>
          <a:solidFill>
            <a:srgbClr val="AA88FF"/>
          </a:solidFill>
          <a:ln/>
        </p:spPr>
      </p:sp>
      <p:sp>
        <p:nvSpPr>
          <p:cNvPr id="39" name="Shape 37"/>
          <p:cNvSpPr/>
          <p:nvPr/>
        </p:nvSpPr>
        <p:spPr>
          <a:xfrm>
            <a:off x="5010912" y="4078224"/>
            <a:ext cx="1005840" cy="219456"/>
          </a:xfrm>
          <a:prstGeom prst="rect">
            <a:avLst/>
          </a:prstGeom>
          <a:solidFill>
            <a:srgbClr val="AA88FF">
              <a:alpha val="2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010912" y="4078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A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Ctrl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10912" y="4334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Private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10912" y="4617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repo. GitHub Desktop used for commits. Railway auto-detects every push.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22C97B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&amp; Features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and can do inside the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114800" cy="297180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731520" cy="2971800"/>
          </a:xfrm>
          <a:prstGeom prst="rect">
            <a:avLst/>
          </a:prstGeom>
          <a:solidFill>
            <a:srgbClr val="0A0A1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74520"/>
            <a:ext cx="73152" cy="2971800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31720"/>
            <a:ext cx="548640" cy="329184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35000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70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66928" y="277063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66928" y="319125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325880" y="2075688"/>
            <a:ext cx="1463040" cy="548640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417320" y="2331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F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₹2.3L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0" y="2075688"/>
            <a:ext cx="1463040" cy="548640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1214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017520" y="2331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3D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₹85K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25880" y="2734056"/>
            <a:ext cx="1463040" cy="548640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27797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417320" y="2990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6F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0" y="2734056"/>
            <a:ext cx="1463040" cy="548640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7797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017520" y="2990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C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80160" y="3337560"/>
            <a:ext cx="3154680" cy="237744"/>
          </a:xfrm>
          <a:prstGeom prst="rect">
            <a:avLst/>
          </a:prstGeom>
          <a:solidFill>
            <a:srgbClr val="111125"/>
          </a:solidFill>
          <a:ln/>
        </p:spPr>
      </p:sp>
      <p:sp>
        <p:nvSpPr>
          <p:cNvPr id="28" name="Text 26"/>
          <p:cNvSpPr/>
          <p:nvPr/>
        </p:nvSpPr>
        <p:spPr>
          <a:xfrm>
            <a:off x="1325880" y="33558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707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INV#   CUSTOMER   TOTAL   STATUS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280160" y="3593592"/>
            <a:ext cx="3154680" cy="310896"/>
          </a:xfrm>
          <a:prstGeom prst="rect">
            <a:avLst/>
          </a:prstGeom>
          <a:solidFill>
            <a:srgbClr val="0F0F1C"/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36301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7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   Fukoku India   ₹1.14L   UNPAID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280160" y="3941064"/>
            <a:ext cx="3154680" cy="310896"/>
          </a:xfrm>
          <a:prstGeom prst="rect">
            <a:avLst/>
          </a:prstGeom>
          <a:solidFill>
            <a:srgbClr val="16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1325880" y="39776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7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  Star Plastics   ₹68,400   PAID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280160" y="4288536"/>
            <a:ext cx="3154680" cy="310896"/>
          </a:xfrm>
          <a:prstGeom prst="rect">
            <a:avLst/>
          </a:prstGeom>
          <a:solidFill>
            <a:srgbClr val="0F0F1C"/>
          </a:solidFill>
          <a:ln/>
        </p:spPr>
      </p:sp>
      <p:sp>
        <p:nvSpPr>
          <p:cNvPr id="34" name="Text 32"/>
          <p:cNvSpPr/>
          <p:nvPr/>
        </p:nvSpPr>
        <p:spPr>
          <a:xfrm>
            <a:off x="1325880" y="432511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7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  Goel Traders   ₹23,600   PAID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54880" y="1874520"/>
            <a:ext cx="4160520" cy="65836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874520"/>
            <a:ext cx="73152" cy="658368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1938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Live Stats Dashboard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2221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pending amounts, invoice count and customer count update in real time.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624328"/>
            <a:ext cx="4160520" cy="65836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624328"/>
            <a:ext cx="73152" cy="658368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 Customer Directory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92040" y="2971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name, company, GSTIN, address, phone. Auto-fills when creating invoices.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374136"/>
            <a:ext cx="4160520" cy="65836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374136"/>
            <a:ext cx="73152" cy="658368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3438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🧾  Invoice Creator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92040" y="3721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code, HSN code, multi-line items, PO number, GST type, transport details.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4123944"/>
            <a:ext cx="4160520" cy="65836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4123944"/>
            <a:ext cx="73152" cy="658368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📥  Status Tracking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92040" y="4471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invoices as Paid / Unpaid / Overdue. Filter and manage at a glance.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 Invoice Output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GST-compliant invoice generated with one click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84048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3840480" cy="65836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91440" cy="658368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A.B. INDUSTRIES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2128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4F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GST: 27AEMPN3800R1ZX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27248" y="1938528"/>
            <a:ext cx="1078992" cy="402336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13" name="Text 11"/>
          <p:cNvSpPr/>
          <p:nvPr/>
        </p:nvSpPr>
        <p:spPr>
          <a:xfrm>
            <a:off x="3127248" y="193852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TAX INVOICE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3840480" cy="256032"/>
          </a:xfrm>
          <a:prstGeom prst="rect">
            <a:avLst/>
          </a:prstGeom>
          <a:solidFill>
            <a:srgbClr val="F5F5F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14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No: 59   Date: 15.02.2026   PO: 4500000605   Status: UNPAID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1737360" cy="749808"/>
          </a:xfrm>
          <a:prstGeom prst="rect">
            <a:avLst/>
          </a:prstGeom>
          <a:solidFill>
            <a:srgbClr val="F9F9FC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16352"/>
            <a:ext cx="457200" cy="182880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254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 TO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94360" y="3035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FUKOKU INDIA (P) LTD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32369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590018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GSTIN: 29AABCF6113D1Z0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7200" y="3639312"/>
            <a:ext cx="3840480" cy="219456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65760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ITEM     HSN    DESCRIPTION    QTY    RATE    AMOUNT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3840480" cy="201168"/>
          </a:xfrm>
          <a:prstGeom prst="rect">
            <a:avLst/>
          </a:prstGeom>
          <a:solidFill>
            <a:srgbClr val="FAFAFD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877056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44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CONDF 582   3824   SHELL CORE K15B   5500   17.500   96,250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606040" y="4206240"/>
            <a:ext cx="1600200" cy="219456"/>
          </a:xfrm>
          <a:prstGeom prst="rect">
            <a:avLst/>
          </a:prstGeom>
          <a:solidFill>
            <a:srgbClr val="F5F5FA"/>
          </a:solidFill>
          <a:ln/>
        </p:spPr>
      </p:sp>
      <p:sp>
        <p:nvSpPr>
          <p:cNvPr id="26" name="Text 24"/>
          <p:cNvSpPr/>
          <p:nvPr/>
        </p:nvSpPr>
        <p:spPr>
          <a:xfrm>
            <a:off x="2633472" y="42153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IGST 18%:   17,325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468880" y="4480560"/>
            <a:ext cx="1737360" cy="27432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28" name="Text 26"/>
          <p:cNvSpPr/>
          <p:nvPr/>
        </p:nvSpPr>
        <p:spPr>
          <a:xfrm>
            <a:off x="2487168" y="448970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F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 ₹ 1,13,575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4681728"/>
            <a:ext cx="3840480" cy="237744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90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 FOR YOUR BUSINESS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0" y="1828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inside every invoice: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0" y="2240280"/>
            <a:ext cx="4297680" cy="2926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26771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🏢  Company header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22860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office + works address, GST number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2587752"/>
            <a:ext cx="4297680" cy="2926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6151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🏷  TAX INVOICE badge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36208" y="26334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required label for GST compliance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2935224"/>
            <a:ext cx="4297680" cy="2926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296265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Invoice meta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36208" y="298094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No, Date, PO Number, PO Date, Status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3282696"/>
            <a:ext cx="4297680" cy="2926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33101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📍  Bill To section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36208" y="332841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full address, their GSTIN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3630168"/>
            <a:ext cx="4297680" cy="2926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36576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Line items table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36208" y="367588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Code, HSN, Description, Qty, Rate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3977640"/>
            <a:ext cx="4297680" cy="2926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4005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 GST calculation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36208" y="40233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IGST or CGST+SGST auto-computed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4325112"/>
            <a:ext cx="4297680" cy="2926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435254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✍  Amount in words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36208" y="43708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number system — Lakhs, Crores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0" y="4672584"/>
            <a:ext cx="4297680" cy="2926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81728" y="47000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🚛  Transport + Sign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36208" y="47183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 details and signatory box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6FC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7C6FCD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solidFill>
            <a:srgbClr val="7C6FC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Login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authorised users can access the 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200400" cy="2971800"/>
          </a:xfrm>
          <a:prstGeom prst="rect">
            <a:avLst/>
          </a:prstGeom>
          <a:solidFill>
            <a:srgbClr val="0A0A18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3200400" cy="64008"/>
          </a:xfrm>
          <a:prstGeom prst="rect">
            <a:avLst/>
          </a:prstGeom>
          <a:solidFill>
            <a:srgbClr val="7C6FCD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417320"/>
            <a:ext cx="2286000" cy="2286000"/>
          </a:xfrm>
          <a:prstGeom prst="ellipse">
            <a:avLst/>
          </a:prstGeom>
          <a:solidFill>
            <a:srgbClr val="D4F53C">
              <a:alpha val="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00200" y="2075688"/>
            <a:ext cx="914400" cy="402336"/>
          </a:xfrm>
          <a:prstGeom prst="rect">
            <a:avLst/>
          </a:prstGeom>
          <a:solidFill>
            <a:srgbClr val="D4F53C"/>
          </a:solidFill>
          <a:ln/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00200" y="20756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707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2624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back.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29900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A.B. Industries invoicing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2834640" cy="365760"/>
          </a:xfrm>
          <a:prstGeom prst="rect">
            <a:avLst/>
          </a:prstGeom>
          <a:solidFill>
            <a:srgbClr val="060612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383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2834640" cy="365760"/>
          </a:xfrm>
          <a:prstGeom prst="rect">
            <a:avLst/>
          </a:prstGeom>
          <a:solidFill>
            <a:srgbClr val="060612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70248"/>
            <a:ext cx="2834640" cy="402336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70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707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 In  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0" y="1874520"/>
            <a:ext cx="5074920" cy="65836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1874520"/>
            <a:ext cx="73152" cy="658368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23" name="Shape 21"/>
          <p:cNvSpPr/>
          <p:nvPr/>
        </p:nvSpPr>
        <p:spPr>
          <a:xfrm>
            <a:off x="3913632" y="1947672"/>
            <a:ext cx="182880" cy="182880"/>
          </a:xfrm>
          <a:prstGeom prst="ellipse">
            <a:avLst/>
          </a:prstGeom>
          <a:solidFill>
            <a:srgbClr val="D4F53C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895344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0" y="1929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SHA-256 Password Hashing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20624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never stored as plain text. Converted to a hash before saving in the server.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0" y="2624328"/>
            <a:ext cx="5074920" cy="65836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0" y="2624328"/>
            <a:ext cx="73152" cy="658368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29" name="Shape 27"/>
          <p:cNvSpPr/>
          <p:nvPr/>
        </p:nvSpPr>
        <p:spPr>
          <a:xfrm>
            <a:off x="3913632" y="2697480"/>
            <a:ext cx="182880" cy="182880"/>
          </a:xfrm>
          <a:prstGeom prst="ellipse">
            <a:avLst/>
          </a:prstGeom>
          <a:solidFill>
            <a:srgbClr val="22C97B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895344" y="2670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2679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 Session Auth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206240" y="2990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login sessions. Every page checks if you're signed in. Logout clears it all.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0" y="3374136"/>
            <a:ext cx="5074920" cy="65836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0" y="3374136"/>
            <a:ext cx="73152" cy="658368"/>
          </a:xfrm>
          <a:prstGeom prst="rect">
            <a:avLst/>
          </a:prstGeom>
          <a:solidFill>
            <a:srgbClr val="7C6FCD"/>
          </a:solidFill>
          <a:ln/>
        </p:spPr>
      </p:sp>
      <p:sp>
        <p:nvSpPr>
          <p:cNvPr id="35" name="Shape 33"/>
          <p:cNvSpPr/>
          <p:nvPr/>
        </p:nvSpPr>
        <p:spPr>
          <a:xfrm>
            <a:off x="3913632" y="3447288"/>
            <a:ext cx="182880" cy="182880"/>
          </a:xfrm>
          <a:prstGeom prst="ellipse">
            <a:avLst/>
          </a:prstGeom>
          <a:solidFill>
            <a:srgbClr val="7C6FCD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895344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062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@login_required Decorator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206240" y="3739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route — dashboard, PDF, clients, stats — is blocked without a valid session.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0" y="4123944"/>
            <a:ext cx="5074920" cy="65836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840480" y="4123944"/>
            <a:ext cx="73152" cy="658368"/>
          </a:xfrm>
          <a:prstGeom prst="rect">
            <a:avLst/>
          </a:prstGeom>
          <a:solidFill>
            <a:srgbClr val="FF3D5F"/>
          </a:solidFill>
          <a:ln/>
        </p:spPr>
      </p:sp>
      <p:sp>
        <p:nvSpPr>
          <p:cNvPr id="41" name="Shape 39"/>
          <p:cNvSpPr/>
          <p:nvPr/>
        </p:nvSpPr>
        <p:spPr>
          <a:xfrm>
            <a:off x="3913632" y="4197096"/>
            <a:ext cx="182880" cy="182880"/>
          </a:xfrm>
          <a:prstGeom prst="ellipse">
            <a:avLst/>
          </a:prstGeom>
          <a:solidFill>
            <a:srgbClr val="FF3D5F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3895344" y="4169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06240" y="4178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Private GitHub Repository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206240" y="4489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invisible to public. Nobody can view the code or credentials on the internet.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6FC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solidFill>
            <a:srgbClr val="7C6FC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Deployment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runs 24/7 without a laptop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1993392" cy="146304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01952"/>
            <a:ext cx="1993392" cy="64008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96596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F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" y="2487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" y="2816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PyCharm. Flask handles backend, HTML/CSS/JS is the frontend.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50592" y="242316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4F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33472" y="1901952"/>
            <a:ext cx="1993392" cy="146304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33472" y="1901952"/>
            <a:ext cx="1993392" cy="64008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15" name="Text 13"/>
          <p:cNvSpPr/>
          <p:nvPr/>
        </p:nvSpPr>
        <p:spPr>
          <a:xfrm>
            <a:off x="2761488" y="196596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2C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761488" y="2487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Push to GitHub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61488" y="2816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 commits changes to private repo with one click.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26864" y="242316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C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09744" y="1901952"/>
            <a:ext cx="1993392" cy="146304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1901952"/>
            <a:ext cx="1993392" cy="64008"/>
          </a:xfrm>
          <a:prstGeom prst="rect">
            <a:avLst/>
          </a:prstGeom>
          <a:solidFill>
            <a:srgbClr val="7C6FCD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96596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C6F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937760" y="2487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Deploy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816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detects every push and rebuilds the app automatically.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03136" y="242316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6F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86016" y="1901952"/>
            <a:ext cx="1993392" cy="146304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86016" y="1901952"/>
            <a:ext cx="1993392" cy="6400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7" name="Text 25"/>
          <p:cNvSpPr/>
          <p:nvPr/>
        </p:nvSpPr>
        <p:spPr>
          <a:xfrm>
            <a:off x="7114032" y="196596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114032" y="2487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Forever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14032" y="2816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URL + Railway Volume keeps app and data safe 24/7.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547872"/>
            <a:ext cx="8412480" cy="138988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547872"/>
            <a:ext cx="8412480" cy="64008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6393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 Install as a Home Screen App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94360" y="4005072"/>
            <a:ext cx="731520" cy="256032"/>
          </a:xfrm>
          <a:prstGeom prst="rect">
            <a:avLst/>
          </a:prstGeom>
          <a:solidFill>
            <a:srgbClr val="22C97B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005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Android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389888" y="40325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 →  Three dots  →  Add to Home Screen  →  Add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" y="4389120"/>
            <a:ext cx="731520" cy="256032"/>
          </a:xfrm>
          <a:prstGeom prst="rect">
            <a:avLst/>
          </a:prstGeom>
          <a:solidFill>
            <a:srgbClr val="7C6FCD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389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6F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iPhone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389888" y="4416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 →  Share button  →  Add to Home Screen  →  Add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639312"/>
            <a:ext cx="3840480" cy="1188720"/>
          </a:xfrm>
          <a:prstGeom prst="rect">
            <a:avLst/>
          </a:prstGeom>
          <a:solidFill>
            <a:srgbClr val="161628"/>
          </a:solidFill>
          <a:ln w="12700">
            <a:solidFill>
              <a:srgbClr val="1F1F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639312"/>
            <a:ext cx="64008" cy="1188720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41" name="Text 39"/>
          <p:cNvSpPr/>
          <p:nvPr/>
        </p:nvSpPr>
        <p:spPr>
          <a:xfrm>
            <a:off x="4974336" y="3675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🗄️  Persistent Storage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74336" y="4005072"/>
            <a:ext cx="3584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Railway Volume is attached to the app. The SQLite database file sits on this volume — all invoices and customer data survive server restarts, redeployments and updates permanently.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-914400"/>
            <a:ext cx="5486400" cy="5486400"/>
          </a:xfrm>
          <a:prstGeom prst="ellipse">
            <a:avLst/>
          </a:prstGeom>
          <a:solidFill>
            <a:srgbClr val="FF8C42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In Action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full workflow from login to PDF download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187952" cy="86868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530352" cy="868680"/>
          </a:xfrm>
          <a:prstGeom prst="rect">
            <a:avLst/>
          </a:prstGeom>
          <a:solidFill>
            <a:srgbClr val="D4F53C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530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D4F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78992" y="2011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the app URL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login page - app is fully protected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28032" y="1920240"/>
            <a:ext cx="4187952" cy="86868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28032" y="1920240"/>
            <a:ext cx="530352" cy="868680"/>
          </a:xfrm>
          <a:prstGeom prst="rect">
            <a:avLst/>
          </a:prstGeom>
          <a:solidFill>
            <a:srgbClr val="22C97B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920240"/>
            <a:ext cx="530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22C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49824" y="2011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 as 'dad'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9824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hashed credentials, session starts on success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4187952" cy="86868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6080"/>
            <a:ext cx="530352" cy="868680"/>
          </a:xfrm>
          <a:prstGeom prst="rect">
            <a:avLst/>
          </a:prstGeom>
          <a:solidFill>
            <a:srgbClr val="7C6FCD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530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7C6F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78992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a customer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3383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company, GSTIN, address - saved to database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2926080"/>
            <a:ext cx="4187952" cy="86868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2926080"/>
            <a:ext cx="530352" cy="868680"/>
          </a:xfrm>
          <a:prstGeom prst="rect">
            <a:avLst/>
          </a:prstGeom>
          <a:solidFill>
            <a:srgbClr val="FF8C42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2926080"/>
            <a:ext cx="530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49824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an invoice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9824" y="3383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codes, HSN, qty, rate - GST calculated live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4187952" cy="86868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31920"/>
            <a:ext cx="530352" cy="868680"/>
          </a:xfrm>
          <a:prstGeom prst="rect">
            <a:avLst/>
          </a:prstGeom>
          <a:solidFill>
            <a:srgbClr val="FF3D5F">
              <a:alpha val="1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530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3D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78992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Download PDF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8992" y="4389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ABI-branded GST invoice, one click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3931920"/>
            <a:ext cx="4187952" cy="868680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28032" y="3931920"/>
            <a:ext cx="530352" cy="868680"/>
          </a:xfrm>
          <a:prstGeom prst="rect">
            <a:avLst/>
          </a:prstGeom>
          <a:solidFill>
            <a:srgbClr val="AA88FF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3931920"/>
            <a:ext cx="530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A8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449824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 as Paid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49824" y="4389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updates, revenue counter increases in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1828800"/>
            <a:ext cx="6400800" cy="6400800"/>
          </a:xfrm>
          <a:prstGeom prst="ellipse">
            <a:avLst/>
          </a:prstGeom>
          <a:solidFill>
            <a:srgbClr val="D4F53C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7C6FCD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F0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Summary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· What we learned · What comes next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133088" cy="12070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91640"/>
            <a:ext cx="4133088" cy="64008"/>
          </a:xfrm>
          <a:prstGeom prst="rect">
            <a:avLst/>
          </a:prstGeom>
          <a:solidFill>
            <a:srgbClr val="D4F53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07008" y="18196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4F5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Product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7008" y="22037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deployed, working app used by an actual business. Not a demo — a live tool.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73168" y="1691640"/>
            <a:ext cx="4133088" cy="12070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73168" y="1691640"/>
            <a:ext cx="4133088" cy="64008"/>
          </a:xfrm>
          <a:prstGeom prst="rect">
            <a:avLst/>
          </a:prstGeom>
          <a:solidFill>
            <a:srgbClr val="7C6FC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22976" y="18196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C6F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Secure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22976" y="220370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wall, hashed passwords, session auth, private codebase on GitHub.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44952"/>
            <a:ext cx="4133088" cy="12070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44952"/>
            <a:ext cx="4133088" cy="64008"/>
          </a:xfrm>
          <a:prstGeom prst="rect">
            <a:avLst/>
          </a:prstGeom>
          <a:solidFill>
            <a:srgbClr val="22C97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207008" y="3172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C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Ready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07008" y="355701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+ installable as a home screen app on Android and iPhone.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73168" y="3044952"/>
            <a:ext cx="4133088" cy="1207008"/>
          </a:xfrm>
          <a:prstGeom prst="rect">
            <a:avLst/>
          </a:prstGeom>
          <a:solidFill>
            <a:srgbClr val="0F0F1C"/>
          </a:solidFill>
          <a:ln w="12700">
            <a:solidFill>
              <a:srgbClr val="1F1F38"/>
            </a:solidFill>
            <a:prstDash val="solid"/>
          </a:ln>
          <a:effectLst>
            <a:outerShdw blurRad="254000" dist="762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3044952"/>
            <a:ext cx="4133088" cy="6400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22976" y="3172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Live 24/7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522976" y="355701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hosting + persistent volume — runs independently forever.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599432"/>
            <a:ext cx="9144000" cy="571500"/>
          </a:xfrm>
          <a:prstGeom prst="rect">
            <a:avLst/>
          </a:prstGeom>
          <a:solidFill>
            <a:srgbClr val="D4F53C"/>
          </a:solidFill>
          <a:ln/>
          <a:effectLst>
            <a:outerShdw blurRad="381000" dist="101600" dir="162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572000"/>
            <a:ext cx="594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707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                     Thank You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00800" y="4572000"/>
            <a:ext cx="25603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1073</Words>
  <Application>Microsoft Office PowerPoint</Application>
  <PresentationFormat>On-screen Show (16:9)</PresentationFormat>
  <Paragraphs>212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ABI Invoice Manager — ISE Project</dc:title>
  <dc:subject>PptxGenJS Presentation</dc:subject>
  <dc:creator>PptxGenJS</dc:creator>
  <cp:lastModifiedBy>Aahilahmed Nadaf</cp:lastModifiedBy>
  <cp:revision>3</cp:revision>
  <dcterms:created xsi:type="dcterms:W3CDTF">2026-03-04T07:09:01Z</dcterms:created>
  <dcterms:modified xsi:type="dcterms:W3CDTF">2026-03-04T11:47:36Z</dcterms:modified>
</cp:coreProperties>
</file>